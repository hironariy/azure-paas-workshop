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58"/>
  </p:normalViewPr>
  <p:slideViewPr>
    <p:cSldViewPr snapToGrid="0">
      <p:cViewPr varScale="1">
        <p:scale>
          <a:sx n="116" d="100"/>
          <a:sy n="116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8:07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583 0 24575,'-12'51'0,"0"-1"0,1 0 0,-6 20 0,-1 7 0,7-25 0,0 2 0,-10 35 0,-3 7 0,8-28 0,0 0 0,-1-1-350,-5 16 0,0 0 350,5-14 0,0 2 0,2-7 0,1-10 0,0-1 0,0 11 0,-2 7 0,1-3 0,-4 5 0,1-3 0,3-7 0,1 3 0,-3 29 0,3-4 0,7 4 0,-3 2 0,-1 4 0,4-34 0,0-4 0,2 5 0,0 0 86,-2 0 1,1-3-87,5 29 0,1-34 0,0-2 0,0 17 0,0-21 0,0 1 0,0 22 527,0 13-527,0 2 0,0-2 0,0-14 0,0-24 0,0 1 0,-4 35 0,-1-24 0,0 0 0,2-12 0,0-1 0,-2 11 0,1 1 0,4-6 0,0-1 0,0-3 0,0-1 0,0 1 0,0-1 0,0 29 0,0-5 0,0-16 0,0-1 0,0-32 0,0 14 0,0-21 0,0-2 0,0-1 0,0-4 0,0-2 0,0 2 0,0-7 0,0 21 0,0-16 0,-9 15 0,-2-16 0,0-3 0,3-8 0,8-3 0,0-3 0,0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8:0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24575,'29'68'0,"-7"-13"0,22 11 0,-19-11 0,-11-29 0,2 16 0,-10-21 0,7 6 0,-6-3 0,-2-11 0,0-11 0,19-30 0,4-2 0,35-39 0,-12 26 0,18-18 0,-8 14 0,-3 2 0,-12 11 0,-7 4 0,-22 18 0,4-5 0,-10 11 0,-1 1 0,-5 2 0,-4-2 0,-1 3 0,0-3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3:32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24575,'0'58'0,"8"-7"0,4 6 0,1 21 0,2 5 0,13 6 0,1 2 0,-14-20 0,-2 1 0,2-3 0,6 10 0,0 3-256,-7-2 1,-2 6 0,-1-3 255,-1 8 0,0 1 0,0-13 0,0 4 0,-2-6 0,-1 2 0,-2-1 0,1-5 0,1 4 0,0-3 0,2 17 0,1 0 0,-3-22 0,1 2 0,1 1 18,0 7 1,0 1 0,0-6-19,1 0 0,-1-4 0,3 10 0,-1-1 0,-1-16 0,0-2 0,1 4 0,-1 0 0,0-6 0,1 1 286,2 14 1,-1-6-287,-3 0 137,4 5-137,-7 12 0,0-47 0,-1 32 0,2 1 0,1-26 0,-1 46 0,-2-56 0,-3-19 0,1 8 0,3 1 0,-1-6 0,-1 5 0,-3-9 0,12 31 0,-8-17 0,14 34 0,-13-23 0,1-8 0,-5 0 0,-2-16 0,0 5 0,0-3 0,0 3 0,0-9 0,0 0 0,0-4 0,0 3 0,0-3 0,0 1 0,0-2 0,0 3 0,0 0 0,0-1 0,0-3 0,0 1 0,0-3 0,0 1 0,0 1 0,0-3 0,0 0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3:34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24575,'0'25'0,"9"11"0,14 19 0,23 19 0,-5-22 0,12 10 0,-28-34 0,0-3 0,-12-10 0,-4-9 0,4 1 0,-3-3 0,4 4 0,-6-6 0,0 2 0,1-9 0,20-29 0,-9 8 0,22-37 0,-15 28 0,-7 0 0,-1 12 0,-12 15 0,-1 1 0,-3 5 0,-1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3:11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3241 2588 24575,'0'-63'0,"-7"0"0,-2-35 0,-20 5 0,-12 3 0,-3 1 0,19 39 0,0 0 0,4-2 0,-1 0 0,-9-8 0,-3 0 0,-1-1 0,-2 0 0,-4-1 0,-1 1 0,-2 6 0,1 2 0,9 3 0,-1 2 0,-4 2 0,1 2 0,-22-27 0,-5 12 0,-7 1 0,17 16 0,-1 1 0,3 2 0,-2-3 0,1 4 0,-8-3 0,3 3 0,7 4 0,2 1 0,3 3 0,1 0 0,-6-4 0,1 2 0,4 3 0,1 1 0,-7-4 0,-2 0 0,5 3 0,-1 2 0,2 3 0,-1 0 0,-17-4 0,1 2 0,-27-9 0,33 13 0,1 1 0,-19-4 0,-5-1 0,2 7 0,9 0 0,0 4 0,-10-8 0,8 6 0,-5-5 0,15 8 0,22 5 0,0 2 0,26 2 0,3 3 0,9-1 0,-4 1 0,-6 2 0,-4 0 0,-12 0 0,10 0 0,-3 0 0,16 0 0,0 0 0,6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3:1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0 24575,'-47'0'0,"8"0"0,-9 0 0,-1 0 0,20 0 0,-9 0 0,9 0 0,1 0 0,0 0 0,6 0 0,5 0 0,14 0 0,4 0 0,1 0 0,1 9 0,10 12 0,-2 2 0,11 23 0,-1-20 0,-5 8 0,1-8 0,-3-8 0,1 5 0,-1-12 0,-7 3 0,-3-4 0,-3-1 0,-1-2 0,0 0 0,0-2 0,0 0 0,0-4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01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10530 1 24575,'-88'0'0,"43"0"0,-24 8 0,-5 8 0,23 5 0,1 3 0,-10-1 0,-5 3 0,7 1 0,-3 4 0,0-2 0,-23 7 0,-5 1-392,24-9 0,-5 4 0,-2 1 0,0-1 392,3-1 0,1 0 0,-1 1 0,-1 0 0,-1 1 0,-1 0 0,0 0 0,1 0 0,3-1 0,1 0 0,0 0 0,-2 1 0,-8 3 0,-3 1 0,1 0 0,4 0 0,-9 4 0,3 0 0,-2 0-244,12-6 1,-3-1 0,1 0 0,2-1 243,-4 2 0,4-2 0,-3-1 0,-3 0 0,-3-1 0,0 0 0,-6 1 0,0 1 0,-2-1 0,-1 1 0,0-1 0,0 0 0,5-1 0,2 0 0,-10 1 0,5-5 0,-10 2 0,-3 0 0,0-1 0,6-1 0,4-2 0,4-1 0,0 0 0,-7 0-354,8-2 1,-7 1 0,-3 0 0,0 0 0,4-2 0,7-1 353,-3 1 0,7-3 0,1 0 0,-1 0 0,-9 2 0,-2 0 0,1 0 0,4 0-328,-10 4 1,4-1-1,-1 0 328,19-4 0,-1 0 0,-2 0 0,-2 1 0,-12 3 0,-3 0 0,-1 1 0,4-1 0,11-3 0,4-1 0,0 0 0,-4 1 0,-13 2 0,-3 0 0,0-1 0,4 0 0,15-5 0,4 0 0,0-1 0,1 0 0,-24 6 0,1-2 0,2 0 0,4-3 0,1-2 0,1 1 410,3 1 0,2-1 1,-5 0-411,4-2 0,-5-1 0,2-1 0,8-1 0,-12 2 0,-1 1 217,6-1 1,-12 3 0,0-1 0,10-2-218,-14 1 0,5-1 0,20-1 0,-2 1 0,5 0 1134,-15 0 0,11-2-1134,1 2 1273,39-5-1273,13-4 0,19-3 0,-12 0 0,7 0 0,-12 4 0,11-2 0,34 2 0,-14-4 0,20 0 0,-23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0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0 24575,'-58'42'0,"5"-1"0,8-10 0,14-7 0,-1-2 0,19-14 0,-8 8 0,10-8 0,-2 2 0,-1-1 0,4-3 0,0 2 0,5-6 0,28 3 0,0-5 0,26 5 0,-21-1 0,4 13 0,-6-5 0,-3 7 0,-4-8 0,-10-3 0,-3-4 0,-3-3 0,0-1 0,-3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06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6552 0 24575,'0'42'0,"-3"-3"0,0 40 0,-4-22 0,-2 1 0,3-8 0,-1 0 0,-6 11 0,0 1 0,0-10 0,0-4 0,-10 22 0,-2 9 0,8-10 0,2-12 0,0 2 0,-4 29 0,3-27 0,-1 0 0,-10 27 0,0-17 0,9-19 0,-2 3 0,1-11 0,-2 4 0,-6 19 0,-4 11 0,1-4 0,-7 16 0,0 1 0,4-13 0,-2 4 0,2-1 0,3-5 0,0 0 0,2-7 0,-4 1 0,0-2 0,-11 21 0,0-4 0,13-33 0,-2-4 0,-10 12 0,-2 1 0,-1-2 0,-2 2 0,-8 16 0,-7 3 0,7-16 0,-5 1 0,1 0 0,7-5 0,1-1 0,0-2 0,0-2 0,-1-2 0,2-3 0,-14 11 0,4-6 0,14-15 0,0 1 0,-19 14 0,-5 4 0,0-1 0,-6 4 0,2-3 0,-6 4 0,4-5 0,16-14 0,3-4 0,-2 2 0,-13 9 0,-4 1 0,7-6 0,3-4 0,2-4 0,-11 8 0,-3 0 0,3-5 0,-4 0 0,12-6 0,-5 1 0,-3 1 0,6-5 0,-5 1 0,0-1 0,1-1 0,-14 5 0,1-2 0,-1 0-205,17-6 0,-3 1 0,2 0 0,3-3 205,-5 2 0,4-2 0,0-2 0,1-4 0,0-2 0,0 1 0,-4 5 0,0 1 0,-3-1 0,-11 0 0,-2-2 0,0 1 0,6 1 0,2 1 0,-1-1 0,3-3 0,1 0 0,2 0-8,-23 9 0,5-3 8,14-9 0,2-2 0,-1 3 0,2-2 0,12-5 0,4-2 0,-38 7 0,32-9 819,32-5-819,8-3 17,12 0-17,8 0 0,2-4 0,3-6 0,1 3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08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 24575,'0'43'0,"-24"27"0,7-20 0,-4 3 0,-10 7 0,-3-2 0,6-13 0,-1-2 0,-4 7 0,3-3 0,4 1 0,-2-3 0,30-34 0,19-10 0,18-1 0,13 0 0,14 0 0,-25 0 0,-2 0 0,-10 0 0,0 0 0,1 0 0,-8 0 0,-9 0 0,-8 0 0,1 0 0,-4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38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312 0 24575,'-3'81'0,"0"-20"0,-2 3 0,0-10 0,-1 2 0,-6 19 0,-2 0 0,6-17 0,-1-4 0,-2-2 0,0-3 0,3 9 0,-2 14 0,0 0 0,-1-12 0,-1 20 0,0 2 0,-2-9 0,-2 22 0,1-12 0,-1 10 0,4-26 0,3 15 0,0 3 0,-4 0 0,7-4 0,-1-2 0,-4-15 0,8-13 0,-5-10 0,5-13 0,-3 1 0,3-7 0,0-1 0,1-6 0,2-1 0,0-6 0,0 2 0,0 2 0,0 2 0,0 3 0,-2-2 0,1-2 0,-1-6 0,1-15 0,12-31 0,-3 5 0,3-6 0,-5 27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39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24575,'0'51'0,"0"-1"0,0-2 0,2 3 0,1-7 0,1-16 0,-1-16 0,1-4 0,-2-3 0,7 3 0,-4-6 0,0 0 0,-1-1 0,5-6 0,17-1 0,23-6 0,0 3 0,2 0 0,12-2 0,16-4 0,-57 11 0,-3-1 0,1 4 0,-5-5 0,-1 2 0,-10 2 0,2-1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46.3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5076 0 24575,'-98'0'0,"1"0"0,0 0 0,0 0 0,-1 0 0,1 0 0,0 0 0,0 0 0,-1 0 0,1 0 0,-1 0 0,0 0 0,2 0 0,1 0 0,2 0 0,4 0 0,2 0 0,4 0 0,-15 0 0,3 0 0,5 0 0,6 0 0,6 0-470,-3 0 1,9 0 0,-4 0 469,-23 0 0,-5 0 0,7 0 0,28 0 0,4 0 0,-1 0 0,-3 0 0,-2 0 0,0 0 0,-3 0 0,-1 0 0,-1 0 0,-6 0 0,-2 0 0,2 0 0,10 0 0,3 0 0,1 0 229,-22 0 0,5 0-229,21 0 0,4 0 116,7 0 1,2 0-117,-45 0 0,41 0 0,-1 0 0,-1 0 0,-2 0 358,-4 0 1,1 0-359,-37 0 0,15 0 0,14 0 0,9 0 0,-3 0 0,24 0 0,19 0 0,15 0 0,5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47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0 24575,'-70'0'0,"4"7"0,-15-1 0,11 4 0,28 0 0,4-5 0,9 3 0,-7 1 0,1 0 0,-2 2 0,16-4 0,19 1 0,51 34 0,-9-13 0,24 22 0,-32-31 0,-16-10 0,3-5 0,-11-2 0,7-3 0,-6 0 0,-3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49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4363 1 24575,'-39'60'0,"1"1"0,-8 8 0,7-18 0,-8 6 0,2-4 0,-6-4 0,1-3 0,-1 6 0,-3 2 0,-10 3 0,-3 1 0,5 4 0,-1 1 0,-6 1 0,-4 2 0,7-10 0,-4 1 0,4-2 0,0 3 0,-2 0-181,-2-3 0,-7 2 0,6-5 181,3-5 0,2-2 0,8-4 0,-3 2 0,2-3 0,-17 7 0,1-1 0,-2 2 0,-5 1 0,12-9 0,-5 1 0,2-2 0,13-7 0,1-1 0,-2 2 0,-15 10 0,-4 1 0,6-4 0,-4-3 0,5-2 0,-4 8 0,2 1 0,7-11 0,1-2 0,3 1 0,-1 1 0,-15 7 0,0-1 271,19-14 1,2 0-272,-15 10 0,2-1 0,22-15 0,2-2 0,-2 3 0,-1 0 0,3-3 0,1 0 0,-45 19 0,33-8 0,2 0 0,-21 12 0,-3 5 0,49-27 0,23-12 0,4-4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34:51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0 24575,'-24'82'0,"0"-1"0,13-31 0,-1 0 0,-19 28 0,0-5 0,18-16 0,-8 0 0,15-30 0,27-10 0,24-11 0,5-5 0,8-2 0,4-4 0,-1 1 0,25 1 0,-17-6 0,-60 9 0,-5 0 0,1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3:12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24575,'0'65'0,"0"23"0,-1-28 0,3 3 0,2-3 0,3 1 0,3 8 0,5-1 0,8-3 0,5-2 0,-2-1 0,2-1 0,-1-4 0,3-1 0,11 13 0,0-1 0,-13-18 0,0-1 0,17 21 0,0-2 0,7 14 0,5-21 0,5 0 0,-21-21 0,2 0 0,31 18 0,6-1 0,-18-16 0,0-3-257,7 1 0,4-1 257,6 1 0,4-3-421,-21-10 0,1-1 0,3-1 421,5-2 0,3-1 0,0 1 0,-2 1 0,1 1 0,5-1 0,6-5 0,8 0 0,-1-2 0,-12 0 0,5 5 0,0 1 0,0-5 0,13 2 0,-1-1 0,-16 0 0,-13-1 0,-3 2 0,12 3 0,8 3 0,-8-1-141,-8-2 1,-3 0 140,20 6 0,-6-2 0,-8-3 0,-17-5 0,6 4 0,17 8 0,4 5-166,3 3 0,2 3 166,-17-10 0,2 1 0,-4 0 0,8 6 0,-6-1 610,-22-10 1,1 0-611,17 7 0,4 3 0,2 3 0,0 1 0,-3-3 0,-2 0 147,-11-3 1,-7-2-148,-2 6 0,-6 3 0,-2-1 874,7 14-874,2-1 0,2 7 0,8 14 0,-19-29 0,14 25 0,-21-22 0,0 2 0,-2 13 0,-8-16 0,-3 1 0,-4-10 0,-4-5 0,0 6 0,-4-7 0,1 16 0,-7-23 0,0 26 0,0-26 0,0 9 0,-1-18 0,-4-4 0,-6 4 0,-4 6 0,-3 0 0,1 0 0,-1 7 0,-24 13 0,18-11 0,-31 19 0,22-23 0,-3 5 0,-8 1 0,15-7 0,-7 4 0,7-3 0,0 1 0,2-1 0,0 3 0,9-3 0,-1-3 0,4 2 0,3-12 0,-4 10 0,5-7 0,0 0 0,1 0 0,3-6 0,-2 2 0,4-5 0,-2 0 0,4-3 0,0-1 0,1-2 0,-1-2 0,2-1 0,-2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3:13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24575,'0'26'0,"0"15"0,0 9 0,0 17 0,0-1 0,0-6 0,0-5 0,0-9 0,0-19 0,0-5 0,0-14 0,0-7 0,6 2 0,12-3 0,5-4 0,25-3 0,-23 1 0,33-14 0,-13 4 0,-2-3 0,-3 5 0,-25 7 0,-6 1 0,0 3 0,-6 1 0,-1 2 0,-2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3:45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3448 0 24575,'0'35'0,"-2"52"0,-2 11 0,-3 0 0,4-29 0,-2 8 0,0-7 0,-4-13 0,0-4 0,4 5 0,0 3 0,-8 33 0,2 4 0,8-13 0,1-1 0,-8 15 0,-1-2 0,5-23 0,0-3 0,-3-5 0,-1-1 0,0-4 0,0 1 0,0 3 0,1-1 0,1-12 0,0 0 0,-2 14 0,2 0 0,-6 31 0,6-43 0,0-2 0,-3 18 0,-1-1 0,0 3 0,2-14 0,-2 5 0,-1-6 0,2-13 0,1-6 0,0-13 0,-11 17 0,-1-1 0,-14 22 0,11-14 0,-16 8 0,9 7 0,-19 9 0,6 2 0,-2 0 0,-5 11 0,14-21 0,1 6 0,7-22 0,11-11 0,-10 1 0,2-7 0,-11 8 0,0-3 0,-1 2 0,-20 11 0,10-7 0,-1-1 0,-11 5 0,-16 0 0,10-6 0,5-11 0,16-8 0,-39 10 0,33-10 0,-2-1 0,-4 0 0,-4 0 0,-12 9 0,2-2 0,-16-1 0,37-11 0,0 1 0,-32 11 0,-6 4 0,39-10 0,1 0 0,-29 12 0,-11 9 0,40-21 0,-14 6 0,17-7 0,-15 6 0,-3 0 0,-2-2 0,-22 8 0,30-4 0,-13 9 0,39-15 0,0 0 0,11-9 0,-8 3 0,1-1 0,-2 3 0,0-2 0,3 1 0,-1 0 0,9-6 0,2-1 0,10-5 0,2-1 0,2 1 0,1 1 0,2 12 0,-4-3 0,3 13 0,-3-6 0,3 0 0,1 1 0,0-4 0,0-3 0,0 2 0,0 2 0,0 1 0,0 2 0,0-5 0,0-6 0,0-3 0,0-1 0,0-5 0,0-2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3:4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24575,'0'47'0,"0"-3"0,3 2 0,1-3 0,1-9 0,7-1 0,-8-24 0,3 5 0,-4-10 0,-1 2 0,3 1 0,-2-2 0,0-1 0,3-3 0,-2-1 0,14-4 0,26-1 0,-7-3 0,23 2 0,-23-1 0,-5 2 0,-8-3 0,-12 3 0,-4 1 0,-1 2 0,-4 2 0,2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B6492-0509-833D-F625-0EF837610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5C6B9A-C034-21F5-775A-C1E11336A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EEC4E7-2DD1-D887-2048-81D98F16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A1B281-055F-E612-378A-B61299AE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E1BFDE-FE8B-D1B1-F737-98EDE3AD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32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1594A8-3BA5-0DBB-F92A-844E78B0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1F85D9-C016-88E9-5BFE-44B966E61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135EF8-5693-213E-03BF-A6E1D6A8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64AADB-C3AE-17F9-CB46-04FDB605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D92A3D-B53C-5E6C-8A4F-BB63A72D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97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D16DD-E48D-15C9-5137-90ED2693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36CD35-7F68-6659-3563-5ADFB5707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B1895-5DF2-6EBC-31C2-D1BAA77B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5D13-9385-C16E-D3E9-C92237A6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77F32F-A47E-F588-C571-3E56BB08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96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F744D-1A5E-F93A-D044-87538B59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4A561D-1FAA-7A7A-942B-F9143D964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C8F101-7F88-BBEC-6D10-8B21D6AF2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630441-8B59-6526-7C0D-B4F4D55E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E6449-EBD8-BA00-EE52-00B7B3EA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AE5638-6EC2-2AE2-49D2-C08B4A7A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73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17DF10-D6D0-6EED-6280-C4CEC088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C0FB68-2E9A-A213-8C2A-FE132AFF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B671E4-9CB3-3AD4-BB27-38ECFED95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E7AE65-48AB-AC7E-E330-12C6E8865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6E087E-8266-A9C8-3A69-A5D9EFC52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24A60E-C82B-4F7D-946B-541C9EFE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9F660A-FC28-0E6F-2857-515A4C8E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90F84AC-F695-23D0-C789-E1B79C6B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1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F9244-7F4F-8E3C-B48C-44972C73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DB29D0-0521-7BE2-D2E2-ACA90EF8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10D526-E904-8F9C-6BCA-3A050DDE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55578E-AC83-F7D1-CC94-FCC1CEFD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98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E9DEFF-F002-04AA-16DF-AD64210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7C5422-87C5-47C6-CC9D-73F309EB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53BA72-AE40-0251-7639-E40F306A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3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D25CE-1359-449C-312D-7C853022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20F96B-2A4F-08BB-737C-AE9EBA3DA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25067-5F09-5F48-C142-A62C54FD6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E94546-3ECD-D423-2A5E-56F9E19E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329A51-928C-D3AA-AE08-0EAD9C07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02CE36-9D7A-CE0E-193B-C2597AB8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60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D0D8A-4674-5EB4-8640-D0178DCF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1CDB6A6-D16F-B9F0-2FFD-DE7F2F9AB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F8AEE2-CB85-AD9D-8937-54D47C0C4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DAD22D-B44D-B4A3-57B1-179861C2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CB7AFA-3130-6E16-549D-51A812CE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7343A8-BD1C-588D-E014-1A12AD36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77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FB526F-886D-4421-4826-D8332DCC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4B2208-7AF6-F087-E913-6D24643B2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03D8A7-A333-200A-1B08-F76C3C91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C7CCD5-18E2-E08A-C4AD-752179D6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AF554F-4F3F-926B-AC37-95A18EE9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5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912328-F3B5-E114-FCB3-844BF46EA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CE7E95-5D2C-6CCA-9644-E8B611749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DE3395-6265-9653-3A3B-8B93D9BE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40BC7E-8536-A3CE-4AC7-23E2F671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ACD4F1-2C81-D066-C154-52FBE3E2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3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2374D1-FD7B-2AC0-0864-AE0F0CB9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2F1965-8677-E8B3-AA3B-8F393248E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017A88-2FBE-E4BC-FA8B-D93C47DDC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B0818-5DF7-A940-86F4-FFB7C80D4BA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A7984-E16D-0E2C-FF4E-AAB27D198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879086-E785-D28F-7661-887FFB8D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60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2" Type="http://schemas.openxmlformats.org/officeDocument/2006/relationships/image" Target="../media/image15.png"/><Relationship Id="rId47" Type="http://schemas.openxmlformats.org/officeDocument/2006/relationships/image" Target="../media/image20.svg"/><Relationship Id="rId50" Type="http://schemas.openxmlformats.org/officeDocument/2006/relationships/image" Target="../media/image23.png"/><Relationship Id="rId55" Type="http://schemas.openxmlformats.org/officeDocument/2006/relationships/image" Target="../media/image26.png"/><Relationship Id="rId63" Type="http://schemas.openxmlformats.org/officeDocument/2006/relationships/image" Target="../media/image30.png"/><Relationship Id="rId68" Type="http://schemas.openxmlformats.org/officeDocument/2006/relationships/customXml" Target="../ink/ink11.xml"/><Relationship Id="rId76" Type="http://schemas.openxmlformats.org/officeDocument/2006/relationships/customXml" Target="../ink/ink15.xml"/><Relationship Id="rId84" Type="http://schemas.openxmlformats.org/officeDocument/2006/relationships/customXml" Target="../ink/ink19.xml"/><Relationship Id="rId7" Type="http://schemas.openxmlformats.org/officeDocument/2006/relationships/image" Target="../media/image6.svg"/><Relationship Id="rId71" Type="http://schemas.openxmlformats.org/officeDocument/2006/relationships/image" Target="../media/image36.png"/><Relationship Id="rId2" Type="http://schemas.openxmlformats.org/officeDocument/2006/relationships/image" Target="../media/image1.png"/><Relationship Id="rId11" Type="http://schemas.openxmlformats.org/officeDocument/2006/relationships/image" Target="../media/image10.svg"/><Relationship Id="rId37" Type="http://schemas.openxmlformats.org/officeDocument/2006/relationships/image" Target="../media/image32.png"/><Relationship Id="rId40" Type="http://schemas.openxmlformats.org/officeDocument/2006/relationships/image" Target="../media/image13.png"/><Relationship Id="rId45" Type="http://schemas.openxmlformats.org/officeDocument/2006/relationships/image" Target="../media/image18.svg"/><Relationship Id="rId53" Type="http://schemas.openxmlformats.org/officeDocument/2006/relationships/image" Target="../media/image25.png"/><Relationship Id="rId58" Type="http://schemas.openxmlformats.org/officeDocument/2006/relationships/customXml" Target="../ink/ink6.xml"/><Relationship Id="rId66" Type="http://schemas.openxmlformats.org/officeDocument/2006/relationships/customXml" Target="../ink/ink10.xml"/><Relationship Id="rId74" Type="http://schemas.openxmlformats.org/officeDocument/2006/relationships/customXml" Target="../ink/ink14.xml"/><Relationship Id="rId79" Type="http://schemas.openxmlformats.org/officeDocument/2006/relationships/image" Target="../media/image40.png"/><Relationship Id="rId87" Type="http://schemas.openxmlformats.org/officeDocument/2006/relationships/image" Target="../media/image44.png"/><Relationship Id="rId5" Type="http://schemas.openxmlformats.org/officeDocument/2006/relationships/image" Target="../media/image4.svg"/><Relationship Id="rId61" Type="http://schemas.openxmlformats.org/officeDocument/2006/relationships/image" Target="../media/image29.png"/><Relationship Id="rId82" Type="http://schemas.openxmlformats.org/officeDocument/2006/relationships/customXml" Target="../ink/ink18.xml"/><Relationship Id="rId35" Type="http://schemas.openxmlformats.org/officeDocument/2006/relationships/image" Target="../media/image31.png"/><Relationship Id="rId43" Type="http://schemas.openxmlformats.org/officeDocument/2006/relationships/image" Target="../media/image16.svg"/><Relationship Id="rId48" Type="http://schemas.openxmlformats.org/officeDocument/2006/relationships/image" Target="../media/image21.png"/><Relationship Id="rId56" Type="http://schemas.openxmlformats.org/officeDocument/2006/relationships/customXml" Target="../ink/ink5.xml"/><Relationship Id="rId64" Type="http://schemas.openxmlformats.org/officeDocument/2006/relationships/customXml" Target="../ink/ink9.xml"/><Relationship Id="rId69" Type="http://schemas.openxmlformats.org/officeDocument/2006/relationships/image" Target="../media/image35.png"/><Relationship Id="rId77" Type="http://schemas.openxmlformats.org/officeDocument/2006/relationships/image" Target="../media/image39.png"/><Relationship Id="rId8" Type="http://schemas.openxmlformats.org/officeDocument/2006/relationships/image" Target="../media/image7.png"/><Relationship Id="rId51" Type="http://schemas.openxmlformats.org/officeDocument/2006/relationships/image" Target="../media/image24.svg"/><Relationship Id="rId72" Type="http://schemas.openxmlformats.org/officeDocument/2006/relationships/customXml" Target="../ink/ink13.xml"/><Relationship Id="rId80" Type="http://schemas.openxmlformats.org/officeDocument/2006/relationships/customXml" Target="../ink/ink17.xml"/><Relationship Id="rId85" Type="http://schemas.openxmlformats.org/officeDocument/2006/relationships/image" Target="../media/image43.png"/><Relationship Id="rId3" Type="http://schemas.openxmlformats.org/officeDocument/2006/relationships/image" Target="../media/image2.svg"/><Relationship Id="rId12" Type="http://schemas.openxmlformats.org/officeDocument/2006/relationships/customXml" Target="../ink/ink1.xml"/><Relationship Id="rId38" Type="http://schemas.openxmlformats.org/officeDocument/2006/relationships/image" Target="../media/image11.png"/><Relationship Id="rId46" Type="http://schemas.openxmlformats.org/officeDocument/2006/relationships/image" Target="../media/image19.png"/><Relationship Id="rId59" Type="http://schemas.openxmlformats.org/officeDocument/2006/relationships/image" Target="../media/image28.png"/><Relationship Id="rId67" Type="http://schemas.openxmlformats.org/officeDocument/2006/relationships/image" Target="../media/image34.png"/><Relationship Id="rId41" Type="http://schemas.openxmlformats.org/officeDocument/2006/relationships/image" Target="../media/image14.svg"/><Relationship Id="rId54" Type="http://schemas.openxmlformats.org/officeDocument/2006/relationships/customXml" Target="../ink/ink4.xml"/><Relationship Id="rId62" Type="http://schemas.openxmlformats.org/officeDocument/2006/relationships/customXml" Target="../ink/ink8.xml"/><Relationship Id="rId70" Type="http://schemas.openxmlformats.org/officeDocument/2006/relationships/customXml" Target="../ink/ink12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36" Type="http://schemas.openxmlformats.org/officeDocument/2006/relationships/customXml" Target="../ink/ink2.xml"/><Relationship Id="rId49" Type="http://schemas.openxmlformats.org/officeDocument/2006/relationships/image" Target="../media/image22.svg"/><Relationship Id="rId57" Type="http://schemas.openxmlformats.org/officeDocument/2006/relationships/image" Target="../media/image27.png"/><Relationship Id="rId10" Type="http://schemas.openxmlformats.org/officeDocument/2006/relationships/image" Target="../media/image9.png"/><Relationship Id="rId44" Type="http://schemas.openxmlformats.org/officeDocument/2006/relationships/image" Target="../media/image17.png"/><Relationship Id="rId52" Type="http://schemas.openxmlformats.org/officeDocument/2006/relationships/customXml" Target="../ink/ink3.xml"/><Relationship Id="rId60" Type="http://schemas.openxmlformats.org/officeDocument/2006/relationships/customXml" Target="../ink/ink7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16.xml"/><Relationship Id="rId81" Type="http://schemas.openxmlformats.org/officeDocument/2006/relationships/image" Target="../media/image41.png"/><Relationship Id="rId86" Type="http://schemas.openxmlformats.org/officeDocument/2006/relationships/customXml" Target="../ink/ink20.xm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3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F918DE9E-5578-3484-AF30-13A10C4746BA}"/>
              </a:ext>
            </a:extLst>
          </p:cNvPr>
          <p:cNvSpPr/>
          <p:nvPr/>
        </p:nvSpPr>
        <p:spPr>
          <a:xfrm>
            <a:off x="2126091" y="2840040"/>
            <a:ext cx="5466329" cy="353393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75C1692A-6407-4676-EFC4-2127E5C5B97B}"/>
              </a:ext>
            </a:extLst>
          </p:cNvPr>
          <p:cNvSpPr/>
          <p:nvPr/>
        </p:nvSpPr>
        <p:spPr>
          <a:xfrm>
            <a:off x="2256916" y="2968397"/>
            <a:ext cx="5466329" cy="353393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16C89A-A468-5155-C2CF-C21FBCE01CA4}"/>
              </a:ext>
            </a:extLst>
          </p:cNvPr>
          <p:cNvSpPr/>
          <p:nvPr/>
        </p:nvSpPr>
        <p:spPr>
          <a:xfrm>
            <a:off x="1928253" y="1874778"/>
            <a:ext cx="8480874" cy="48813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58F1E8-8CE2-F8CB-129D-C1F8E469EF95}"/>
              </a:ext>
            </a:extLst>
          </p:cNvPr>
          <p:cNvSpPr/>
          <p:nvPr/>
        </p:nvSpPr>
        <p:spPr>
          <a:xfrm>
            <a:off x="2382782" y="3092333"/>
            <a:ext cx="5466329" cy="353393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E83BAC52-8B3A-2CB7-01AE-4F4F9A742B06}"/>
              </a:ext>
            </a:extLst>
          </p:cNvPr>
          <p:cNvSpPr/>
          <p:nvPr/>
        </p:nvSpPr>
        <p:spPr>
          <a:xfrm>
            <a:off x="2456426" y="3174973"/>
            <a:ext cx="5281074" cy="542032"/>
          </a:xfrm>
          <a:prstGeom prst="roundRect">
            <a:avLst>
              <a:gd name="adj" fmla="val 17332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C01BE7-7256-A4CF-AB36-93D41B044876}"/>
              </a:ext>
            </a:extLst>
          </p:cNvPr>
          <p:cNvSpPr txBox="1"/>
          <p:nvPr/>
        </p:nvSpPr>
        <p:spPr>
          <a:xfrm>
            <a:off x="2030308" y="1894379"/>
            <a:ext cx="43353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MS Backbone Network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8BB825D-0FD4-BB03-B2E4-DA97FA5F50B3}"/>
              </a:ext>
            </a:extLst>
          </p:cNvPr>
          <p:cNvSpPr/>
          <p:nvPr/>
        </p:nvSpPr>
        <p:spPr>
          <a:xfrm>
            <a:off x="2457063" y="3863189"/>
            <a:ext cx="5281074" cy="1695885"/>
          </a:xfrm>
          <a:prstGeom prst="roundRect">
            <a:avLst>
              <a:gd name="adj" fmla="val 6786"/>
            </a:avLst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2A80E3-F3DB-44BE-E8F7-B0E281AC1557}"/>
              </a:ext>
            </a:extLst>
          </p:cNvPr>
          <p:cNvSpPr txBox="1"/>
          <p:nvPr/>
        </p:nvSpPr>
        <p:spPr>
          <a:xfrm>
            <a:off x="4283309" y="6275979"/>
            <a:ext cx="1429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3 availability zones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29A02755-CB74-9014-0504-25DB5D0D5E4E}"/>
              </a:ext>
            </a:extLst>
          </p:cNvPr>
          <p:cNvSpPr/>
          <p:nvPr/>
        </p:nvSpPr>
        <p:spPr>
          <a:xfrm>
            <a:off x="2563365" y="4926168"/>
            <a:ext cx="5067196" cy="548656"/>
          </a:xfrm>
          <a:prstGeom prst="roundRect">
            <a:avLst>
              <a:gd name="adj" fmla="val 6786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5AFAFB6-0618-0712-45F1-78964A4F8C0C}"/>
              </a:ext>
            </a:extLst>
          </p:cNvPr>
          <p:cNvSpPr txBox="1"/>
          <p:nvPr/>
        </p:nvSpPr>
        <p:spPr>
          <a:xfrm>
            <a:off x="2549221" y="4918702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Subnet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3" name="グラフィックス 52">
            <a:extLst>
              <a:ext uri="{FF2B5EF4-FFF2-40B4-BE49-F238E27FC236}">
                <a16:creationId xmlns:a16="http://schemas.microsoft.com/office/drawing/2014/main" id="{671433FD-1629-B690-6B1E-086BBBE7D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0536" y="2648295"/>
            <a:ext cx="279755" cy="279755"/>
          </a:xfrm>
          <a:prstGeom prst="rect">
            <a:avLst/>
          </a:prstGeom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9D95E10-AFCE-BE8E-2FE3-668136021A59}"/>
              </a:ext>
            </a:extLst>
          </p:cNvPr>
          <p:cNvSpPr txBox="1"/>
          <p:nvPr/>
        </p:nvSpPr>
        <p:spPr>
          <a:xfrm>
            <a:off x="7849111" y="2939942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Azure Monitor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5" name="グラフィックス 54">
            <a:extLst>
              <a:ext uri="{FF2B5EF4-FFF2-40B4-BE49-F238E27FC236}">
                <a16:creationId xmlns:a16="http://schemas.microsoft.com/office/drawing/2014/main" id="{DFCB8C48-E181-2860-A212-2923D71C0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5431" y="3245800"/>
            <a:ext cx="279755" cy="279755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925FF2E-805F-966D-CD55-0BAC313BB0D8}"/>
              </a:ext>
            </a:extLst>
          </p:cNvPr>
          <p:cNvSpPr txBox="1"/>
          <p:nvPr/>
        </p:nvSpPr>
        <p:spPr>
          <a:xfrm>
            <a:off x="7837646" y="3545267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Log Analytics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9F554D9C-1EB3-D722-940A-B0D6C15BD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9019" y="5120665"/>
            <a:ext cx="279755" cy="279755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88C3622-AB48-C722-0D4C-E1FF81C03303}"/>
              </a:ext>
            </a:extLst>
          </p:cNvPr>
          <p:cNvSpPr txBox="1"/>
          <p:nvPr/>
        </p:nvSpPr>
        <p:spPr>
          <a:xfrm>
            <a:off x="7937262" y="5428269"/>
            <a:ext cx="1051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Entra ID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円/楕円 73">
            <a:extLst>
              <a:ext uri="{FF2B5EF4-FFF2-40B4-BE49-F238E27FC236}">
                <a16:creationId xmlns:a16="http://schemas.microsoft.com/office/drawing/2014/main" id="{0C601FE9-45D4-E6C7-B868-3BB494B5E4CD}"/>
              </a:ext>
            </a:extLst>
          </p:cNvPr>
          <p:cNvSpPr/>
          <p:nvPr/>
        </p:nvSpPr>
        <p:spPr>
          <a:xfrm>
            <a:off x="3657598" y="1064712"/>
            <a:ext cx="6751529" cy="66388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Internet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5" name="角丸四角形 74">
            <a:extLst>
              <a:ext uri="{FF2B5EF4-FFF2-40B4-BE49-F238E27FC236}">
                <a16:creationId xmlns:a16="http://schemas.microsoft.com/office/drawing/2014/main" id="{9AF5E565-1661-2CC3-59D2-3E3E04916F95}"/>
              </a:ext>
            </a:extLst>
          </p:cNvPr>
          <p:cNvSpPr/>
          <p:nvPr/>
        </p:nvSpPr>
        <p:spPr>
          <a:xfrm>
            <a:off x="9269091" y="3124833"/>
            <a:ext cx="959453" cy="1865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Azure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Resource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Manager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pic>
        <p:nvPicPr>
          <p:cNvPr id="77" name="グラフィックス 76" descr="ユーザー 単色塗りつぶし">
            <a:extLst>
              <a:ext uri="{FF2B5EF4-FFF2-40B4-BE49-F238E27FC236}">
                <a16:creationId xmlns:a16="http://schemas.microsoft.com/office/drawing/2014/main" id="{16290A3B-48B1-5EC3-DE09-B1DC42E866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7268" y="0"/>
            <a:ext cx="914400" cy="914400"/>
          </a:xfrm>
          <a:prstGeom prst="rect">
            <a:avLst/>
          </a:prstGeom>
        </p:spPr>
      </p:pic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15F4ECF1-46F7-F89E-6746-D0BB802A597B}"/>
              </a:ext>
            </a:extLst>
          </p:cNvPr>
          <p:cNvSpPr txBox="1"/>
          <p:nvPr/>
        </p:nvSpPr>
        <p:spPr>
          <a:xfrm>
            <a:off x="3940950" y="369494"/>
            <a:ext cx="13773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Public users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3" name="グラフィックス 82" descr="ユーザー 枠線">
            <a:extLst>
              <a:ext uri="{FF2B5EF4-FFF2-40B4-BE49-F238E27FC236}">
                <a16:creationId xmlns:a16="http://schemas.microsoft.com/office/drawing/2014/main" id="{8B781213-572B-B5C9-EB99-42BD079E2F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69091" y="179614"/>
            <a:ext cx="555172" cy="555172"/>
          </a:xfrm>
          <a:prstGeom prst="rect">
            <a:avLst/>
          </a:prstGeom>
        </p:spPr>
      </p:pic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8630DB2-5CD5-B7F3-5A18-2EF3FD2A05C4}"/>
              </a:ext>
            </a:extLst>
          </p:cNvPr>
          <p:cNvSpPr txBox="1"/>
          <p:nvPr/>
        </p:nvSpPr>
        <p:spPr>
          <a:xfrm>
            <a:off x="9817403" y="326395"/>
            <a:ext cx="13773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Developer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B353FCD2-2C68-9F7C-1080-8CB464BAA804}"/>
              </a:ext>
            </a:extLst>
          </p:cNvPr>
          <p:cNvSpPr/>
          <p:nvPr/>
        </p:nvSpPr>
        <p:spPr>
          <a:xfrm>
            <a:off x="9581861" y="728748"/>
            <a:ext cx="1278203" cy="352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Azure CLI/</a:t>
            </a:r>
            <a:r>
              <a:rPr kumimoji="1" lang="en-US" altLang="ja-JP" sz="1050" dirty="0" err="1">
                <a:solidFill>
                  <a:schemeClr val="tx1"/>
                </a:solidFill>
              </a:rPr>
              <a:t>PowerSherll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0C2BFBA5-5221-83BF-7907-1141C8A94E77}"/>
              </a:ext>
            </a:extLst>
          </p:cNvPr>
          <p:cNvSpPr/>
          <p:nvPr/>
        </p:nvSpPr>
        <p:spPr>
          <a:xfrm>
            <a:off x="8454745" y="728748"/>
            <a:ext cx="1091932" cy="352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 err="1">
                <a:solidFill>
                  <a:schemeClr val="tx1"/>
                </a:solidFill>
              </a:rPr>
              <a:t>gh</a:t>
            </a:r>
            <a:r>
              <a:rPr lang="en-US" altLang="ja-JP" sz="1050" dirty="0">
                <a:solidFill>
                  <a:schemeClr val="tx1"/>
                </a:solidFill>
              </a:rPr>
              <a:t> command/</a:t>
            </a:r>
          </a:p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GitHub Portal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D1423849-037C-66CF-1579-0FAC64F93E64}"/>
              </a:ext>
            </a:extLst>
          </p:cNvPr>
          <p:cNvGrpSpPr/>
          <p:nvPr/>
        </p:nvGrpSpPr>
        <p:grpSpPr>
          <a:xfrm>
            <a:off x="9840155" y="1225251"/>
            <a:ext cx="309240" cy="1763640"/>
            <a:chOff x="9289011" y="1225251"/>
            <a:chExt cx="309240" cy="17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A760ACEE-DD23-9A32-2A58-3629FBA8185A}"/>
                    </a:ext>
                  </a:extLst>
                </p14:cNvPr>
                <p14:cNvContentPartPr/>
                <p14:nvPr/>
              </p14:nvContentPartPr>
              <p14:xfrm>
                <a:off x="9388011" y="1225251"/>
                <a:ext cx="210240" cy="174168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A760ACEE-DD23-9A32-2A58-3629FBA818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81891" y="1219131"/>
                  <a:ext cx="222480" cy="17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1A03540C-10B8-71D4-277B-61EDB914B11F}"/>
                    </a:ext>
                  </a:extLst>
                </p14:cNvPr>
                <p14:cNvContentPartPr/>
                <p14:nvPr/>
              </p14:nvContentPartPr>
              <p14:xfrm>
                <a:off x="9289011" y="2829771"/>
                <a:ext cx="249120" cy="1591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1A03540C-10B8-71D4-277B-61EDB914B1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82891" y="2823651"/>
                  <a:ext cx="261360" cy="171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1D24455-D991-2960-4C65-992C444E37BE}"/>
              </a:ext>
            </a:extLst>
          </p:cNvPr>
          <p:cNvSpPr txBox="1"/>
          <p:nvPr/>
        </p:nvSpPr>
        <p:spPr>
          <a:xfrm>
            <a:off x="10248395" y="1278465"/>
            <a:ext cx="1726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 Azure resources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36E72A-F77C-F50D-5A12-B62A77EB20ED}"/>
              </a:ext>
            </a:extLst>
          </p:cNvPr>
          <p:cNvSpPr txBox="1"/>
          <p:nvPr/>
        </p:nvSpPr>
        <p:spPr>
          <a:xfrm>
            <a:off x="2853752" y="4002406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Virtual Network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7" name="グラフィックス 46">
            <a:extLst>
              <a:ext uri="{FF2B5EF4-FFF2-40B4-BE49-F238E27FC236}">
                <a16:creationId xmlns:a16="http://schemas.microsoft.com/office/drawing/2014/main" id="{523F9FF1-2EE4-7D14-343D-EC461AEE173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30052" y="3964006"/>
            <a:ext cx="323700" cy="323700"/>
          </a:xfrm>
          <a:prstGeom prst="rect">
            <a:avLst/>
          </a:prstGeom>
        </p:spPr>
      </p:pic>
      <p:sp>
        <p:nvSpPr>
          <p:cNvPr id="62" name="角丸四角形 61">
            <a:extLst>
              <a:ext uri="{FF2B5EF4-FFF2-40B4-BE49-F238E27FC236}">
                <a16:creationId xmlns:a16="http://schemas.microsoft.com/office/drawing/2014/main" id="{72040CA1-8927-8C43-72BC-CD6867D86C46}"/>
              </a:ext>
            </a:extLst>
          </p:cNvPr>
          <p:cNvSpPr/>
          <p:nvPr/>
        </p:nvSpPr>
        <p:spPr>
          <a:xfrm>
            <a:off x="2565453" y="4276904"/>
            <a:ext cx="5067196" cy="548656"/>
          </a:xfrm>
          <a:prstGeom prst="roundRect">
            <a:avLst>
              <a:gd name="adj" fmla="val 6786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D0679FF-356F-DF64-6C69-6AAF097BDB0A}"/>
              </a:ext>
            </a:extLst>
          </p:cNvPr>
          <p:cNvSpPr txBox="1"/>
          <p:nvPr/>
        </p:nvSpPr>
        <p:spPr>
          <a:xfrm>
            <a:off x="2551309" y="4269438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Subnet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6" name="グラフィックス 1">
            <a:extLst>
              <a:ext uri="{FF2B5EF4-FFF2-40B4-BE49-F238E27FC236}">
                <a16:creationId xmlns:a16="http://schemas.microsoft.com/office/drawing/2014/main" id="{C265A5F0-678B-E684-C201-75E974071BB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009224" y="3232505"/>
            <a:ext cx="413776" cy="413776"/>
          </a:xfrm>
          <a:prstGeom prst="rect">
            <a:avLst/>
          </a:prstGeom>
        </p:spPr>
      </p:pic>
      <p:sp>
        <p:nvSpPr>
          <p:cNvPr id="69" name="テキスト ボックス 2">
            <a:extLst>
              <a:ext uri="{FF2B5EF4-FFF2-40B4-BE49-F238E27FC236}">
                <a16:creationId xmlns:a16="http://schemas.microsoft.com/office/drawing/2014/main" id="{4D26335B-1FAA-3DB9-44E4-7F7C7E45E3A2}"/>
              </a:ext>
            </a:extLst>
          </p:cNvPr>
          <p:cNvSpPr txBox="1"/>
          <p:nvPr/>
        </p:nvSpPr>
        <p:spPr>
          <a:xfrm>
            <a:off x="4423000" y="3317135"/>
            <a:ext cx="2264914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kumimoji="1" lang="en-US" altLang="ja-JP" sz="1100" dirty="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rPr>
              <a:t>App Service (Web Apps)</a:t>
            </a:r>
            <a:endParaRPr kumimoji="1" lang="ja-JP" altLang="en-US" sz="1100">
              <a:latin typeface="Segoe UI" panose="020B0502040204020203" pitchFamily="34" charset="0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C78516E4-A28E-36C6-9B7B-E6D76CD01997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4216112" y="3646281"/>
            <a:ext cx="2384" cy="93250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角丸四角形 99">
            <a:extLst>
              <a:ext uri="{FF2B5EF4-FFF2-40B4-BE49-F238E27FC236}">
                <a16:creationId xmlns:a16="http://schemas.microsoft.com/office/drawing/2014/main" id="{90CB52DD-ED90-744E-C5A2-9C0364E88383}"/>
              </a:ext>
            </a:extLst>
          </p:cNvPr>
          <p:cNvSpPr/>
          <p:nvPr/>
        </p:nvSpPr>
        <p:spPr>
          <a:xfrm>
            <a:off x="2456426" y="5659682"/>
            <a:ext cx="2466302" cy="542032"/>
          </a:xfrm>
          <a:prstGeom prst="roundRect">
            <a:avLst>
              <a:gd name="adj" fmla="val 17332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角丸四角形 100">
            <a:extLst>
              <a:ext uri="{FF2B5EF4-FFF2-40B4-BE49-F238E27FC236}">
                <a16:creationId xmlns:a16="http://schemas.microsoft.com/office/drawing/2014/main" id="{D971F898-3FEC-D4A6-9D89-40C80581719B}"/>
              </a:ext>
            </a:extLst>
          </p:cNvPr>
          <p:cNvSpPr/>
          <p:nvPr/>
        </p:nvSpPr>
        <p:spPr>
          <a:xfrm>
            <a:off x="5118969" y="5659682"/>
            <a:ext cx="2639408" cy="542032"/>
          </a:xfrm>
          <a:prstGeom prst="roundRect">
            <a:avLst>
              <a:gd name="adj" fmla="val 17332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9" name="グラフィックス 58">
            <a:extLst>
              <a:ext uri="{FF2B5EF4-FFF2-40B4-BE49-F238E27FC236}">
                <a16:creationId xmlns:a16="http://schemas.microsoft.com/office/drawing/2014/main" id="{66AFFDA1-87B5-961A-AE4B-F3A57ABDE19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712358" y="5751051"/>
            <a:ext cx="340799" cy="340799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6DFEF69-8954-D5D8-0C58-CB8732163970}"/>
              </a:ext>
            </a:extLst>
          </p:cNvPr>
          <p:cNvSpPr txBox="1"/>
          <p:nvPr/>
        </p:nvSpPr>
        <p:spPr>
          <a:xfrm>
            <a:off x="6116100" y="5780284"/>
            <a:ext cx="14962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Key Vault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" name="グラフィックス 102">
            <a:extLst>
              <a:ext uri="{FF2B5EF4-FFF2-40B4-BE49-F238E27FC236}">
                <a16:creationId xmlns:a16="http://schemas.microsoft.com/office/drawing/2014/main" id="{09F2C601-1F57-7700-ED3B-D98D9C260E9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628250" y="5727313"/>
            <a:ext cx="289840" cy="383732"/>
          </a:xfrm>
          <a:prstGeom prst="rect">
            <a:avLst/>
          </a:prstGeom>
        </p:spPr>
      </p:pic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82E68D45-5803-29CF-BD9D-7A6CD8289353}"/>
              </a:ext>
            </a:extLst>
          </p:cNvPr>
          <p:cNvSpPr txBox="1"/>
          <p:nvPr/>
        </p:nvSpPr>
        <p:spPr>
          <a:xfrm>
            <a:off x="2978508" y="5614310"/>
            <a:ext cx="198573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err="1">
                <a:latin typeface="Segoe UI" panose="020B0502040204020203" pitchFamily="34" charset="0"/>
                <a:cs typeface="Segoe UI" panose="020B0502040204020203" pitchFamily="34" charset="0"/>
              </a:rPr>
              <a:t>DocumentDB</a:t>
            </a:r>
            <a:endParaRPr lang="en-US" altLang="ja-JP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(Formerly known as Cosmos DB for MongoDB </a:t>
            </a:r>
            <a:r>
              <a:rPr kumimoji="1" lang="en-US" altLang="ja-JP" sz="1100" dirty="0" err="1">
                <a:latin typeface="Segoe UI" panose="020B0502040204020203" pitchFamily="34" charset="0"/>
                <a:cs typeface="Segoe UI" panose="020B0502040204020203" pitchFamily="34" charset="0"/>
              </a:rPr>
              <a:t>vCore</a:t>
            </a:r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415003A9-B943-BA5A-5998-DDF779A02483}"/>
              </a:ext>
            </a:extLst>
          </p:cNvPr>
          <p:cNvSpPr/>
          <p:nvPr/>
        </p:nvSpPr>
        <p:spPr>
          <a:xfrm>
            <a:off x="3463258" y="781563"/>
            <a:ext cx="1091932" cy="734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Browser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pic>
        <p:nvPicPr>
          <p:cNvPr id="114" name="グラフィックス 113">
            <a:extLst>
              <a:ext uri="{FF2B5EF4-FFF2-40B4-BE49-F238E27FC236}">
                <a16:creationId xmlns:a16="http://schemas.microsoft.com/office/drawing/2014/main" id="{46045A19-47ED-7389-B013-9B561E5AC6D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481721" y="2230756"/>
            <a:ext cx="417539" cy="417539"/>
          </a:xfrm>
          <a:prstGeom prst="rect">
            <a:avLst/>
          </a:prstGeom>
        </p:spPr>
      </p:pic>
      <p:sp>
        <p:nvSpPr>
          <p:cNvPr id="115" name="テキスト ボックス 2">
            <a:extLst>
              <a:ext uri="{FF2B5EF4-FFF2-40B4-BE49-F238E27FC236}">
                <a16:creationId xmlns:a16="http://schemas.microsoft.com/office/drawing/2014/main" id="{7CEF3301-A5BB-1CF0-F5F7-5552BF3ACEFE}"/>
              </a:ext>
            </a:extLst>
          </p:cNvPr>
          <p:cNvSpPr txBox="1"/>
          <p:nvPr/>
        </p:nvSpPr>
        <p:spPr>
          <a:xfrm>
            <a:off x="5900905" y="2306184"/>
            <a:ext cx="2264914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kumimoji="1" lang="en-US" altLang="ja-JP" sz="1100" dirty="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rPr>
              <a:t>Static Web Apps</a:t>
            </a:r>
            <a:endParaRPr kumimoji="1" lang="ja-JP" altLang="en-US" sz="1100">
              <a:latin typeface="Segoe UI" panose="020B0502040204020203" pitchFamily="34" charset="0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17" name="グラフィックス 116">
            <a:extLst>
              <a:ext uri="{FF2B5EF4-FFF2-40B4-BE49-F238E27FC236}">
                <a16:creationId xmlns:a16="http://schemas.microsoft.com/office/drawing/2014/main" id="{13D86D3D-73FE-D712-6146-908760C181D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302479" y="2034589"/>
            <a:ext cx="355472" cy="350603"/>
          </a:xfrm>
          <a:prstGeom prst="rect">
            <a:avLst/>
          </a:prstGeom>
        </p:spPr>
      </p:pic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663F3B6E-94C0-8FFC-0F18-051F234AA144}"/>
              </a:ext>
            </a:extLst>
          </p:cNvPr>
          <p:cNvSpPr txBox="1"/>
          <p:nvPr/>
        </p:nvSpPr>
        <p:spPr>
          <a:xfrm>
            <a:off x="7864907" y="2356195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GitHub Actions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0" name="グラフィックス 119">
            <a:extLst>
              <a:ext uri="{FF2B5EF4-FFF2-40B4-BE49-F238E27FC236}">
                <a16:creationId xmlns:a16="http://schemas.microsoft.com/office/drawing/2014/main" id="{F30EA6A3-3B28-A9B9-DFFB-629859B4751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578343" y="5099802"/>
            <a:ext cx="232295" cy="232295"/>
          </a:xfrm>
          <a:prstGeom prst="rect">
            <a:avLst/>
          </a:prstGeom>
        </p:spPr>
      </p:pic>
      <p:pic>
        <p:nvPicPr>
          <p:cNvPr id="121" name="グラフィックス 120">
            <a:extLst>
              <a:ext uri="{FF2B5EF4-FFF2-40B4-BE49-F238E27FC236}">
                <a16:creationId xmlns:a16="http://schemas.microsoft.com/office/drawing/2014/main" id="{D71FDB09-42D1-B142-2745-8177DC49D260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319628" y="5099802"/>
            <a:ext cx="232295" cy="232295"/>
          </a:xfrm>
          <a:prstGeom prst="rect">
            <a:avLst/>
          </a:prstGeom>
        </p:spPr>
      </p:pic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B20C887A-46D8-6B3B-3FC7-37B6F2B6FBA4}"/>
              </a:ext>
            </a:extLst>
          </p:cNvPr>
          <p:cNvCxnSpPr>
            <a:cxnSpLocks/>
            <a:stCxn id="120" idx="2"/>
            <a:endCxn id="100" idx="0"/>
          </p:cNvCxnSpPr>
          <p:nvPr/>
        </p:nvCxnSpPr>
        <p:spPr>
          <a:xfrm flipH="1">
            <a:off x="3689577" y="5332097"/>
            <a:ext cx="4914" cy="32758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AE55F3B7-35C6-4E3E-8660-F8D665B0F5A4}"/>
              </a:ext>
            </a:extLst>
          </p:cNvPr>
          <p:cNvCxnSpPr>
            <a:cxnSpLocks/>
            <a:stCxn id="121" idx="2"/>
            <a:endCxn id="101" idx="0"/>
          </p:cNvCxnSpPr>
          <p:nvPr/>
        </p:nvCxnSpPr>
        <p:spPr>
          <a:xfrm>
            <a:off x="6435776" y="5332097"/>
            <a:ext cx="2897" cy="32758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2">
            <a:extLst>
              <a:ext uri="{FF2B5EF4-FFF2-40B4-BE49-F238E27FC236}">
                <a16:creationId xmlns:a16="http://schemas.microsoft.com/office/drawing/2014/main" id="{6BFC43A2-F638-1622-0EC4-C2282304C7EF}"/>
              </a:ext>
            </a:extLst>
          </p:cNvPr>
          <p:cNvSpPr txBox="1"/>
          <p:nvPr/>
        </p:nvSpPr>
        <p:spPr>
          <a:xfrm>
            <a:off x="3833088" y="5085172"/>
            <a:ext cx="2264914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kumimoji="1" lang="en-US" altLang="ja-JP" sz="1100" dirty="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rPr>
              <a:t>Private Endpoint</a:t>
            </a:r>
            <a:endParaRPr kumimoji="1" lang="ja-JP" altLang="en-US" sz="1100">
              <a:latin typeface="Segoe UI" panose="020B0502040204020203" pitchFamily="34" charset="0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31" name="テキスト ボックス 2">
            <a:extLst>
              <a:ext uri="{FF2B5EF4-FFF2-40B4-BE49-F238E27FC236}">
                <a16:creationId xmlns:a16="http://schemas.microsoft.com/office/drawing/2014/main" id="{CBF1317A-C270-9264-00D4-5728BABF3A1E}"/>
              </a:ext>
            </a:extLst>
          </p:cNvPr>
          <p:cNvSpPr txBox="1"/>
          <p:nvPr/>
        </p:nvSpPr>
        <p:spPr>
          <a:xfrm>
            <a:off x="4297301" y="4436092"/>
            <a:ext cx="2264914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kumimoji="1" lang="en-US" altLang="ja-JP" sz="1100" dirty="0" err="1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rPr>
              <a:t>VNet</a:t>
            </a:r>
            <a:r>
              <a:rPr kumimoji="1" lang="en-US" altLang="ja-JP" sz="1100" dirty="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rPr>
              <a:t> Integration</a:t>
            </a:r>
            <a:endParaRPr kumimoji="1" lang="ja-JP" altLang="en-US" sz="1100">
              <a:latin typeface="Segoe UI" panose="020B0502040204020203" pitchFamily="34" charset="0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A90D4E01-1137-2445-4A17-2BB58E017F76}"/>
              </a:ext>
            </a:extLst>
          </p:cNvPr>
          <p:cNvSpPr/>
          <p:nvPr/>
        </p:nvSpPr>
        <p:spPr>
          <a:xfrm>
            <a:off x="3537423" y="1106576"/>
            <a:ext cx="924469" cy="333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Frontend app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549C32DB-C7A0-E500-7C8C-E4FCF28981FD}"/>
              </a:ext>
            </a:extLst>
          </p:cNvPr>
          <p:cNvSpPr txBox="1"/>
          <p:nvPr/>
        </p:nvSpPr>
        <p:spPr>
          <a:xfrm>
            <a:off x="4749530" y="916644"/>
            <a:ext cx="17263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 frontend application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DB53E9B3-196D-84E8-2B5A-3868B8DFB4DF}"/>
              </a:ext>
            </a:extLst>
          </p:cNvPr>
          <p:cNvSpPr txBox="1"/>
          <p:nvPr/>
        </p:nvSpPr>
        <p:spPr>
          <a:xfrm>
            <a:off x="3991922" y="2040156"/>
            <a:ext cx="897500" cy="267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 APIs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8" name="インク 137">
                <a:extLst>
                  <a:ext uri="{FF2B5EF4-FFF2-40B4-BE49-F238E27FC236}">
                    <a16:creationId xmlns:a16="http://schemas.microsoft.com/office/drawing/2014/main" id="{EFAC115E-736E-FA7B-F5B9-67B2F2FC9CB1}"/>
                  </a:ext>
                </a:extLst>
              </p14:cNvPr>
              <p14:cNvContentPartPr/>
              <p14:nvPr/>
            </p14:nvContentPartPr>
            <p14:xfrm>
              <a:off x="3843753" y="1591244"/>
              <a:ext cx="232560" cy="1629000"/>
            </p14:xfrm>
          </p:contentPart>
        </mc:Choice>
        <mc:Fallback xmlns="">
          <p:pic>
            <p:nvPicPr>
              <p:cNvPr id="138" name="インク 137">
                <a:extLst>
                  <a:ext uri="{FF2B5EF4-FFF2-40B4-BE49-F238E27FC236}">
                    <a16:creationId xmlns:a16="http://schemas.microsoft.com/office/drawing/2014/main" id="{EFAC115E-736E-FA7B-F5B9-67B2F2FC9C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37633" y="1585125"/>
                <a:ext cx="244800" cy="1641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1" name="インク 140">
                <a:extLst>
                  <a:ext uri="{FF2B5EF4-FFF2-40B4-BE49-F238E27FC236}">
                    <a16:creationId xmlns:a16="http://schemas.microsoft.com/office/drawing/2014/main" id="{ABA9DC1B-74F8-1791-81BB-3B353BCA252E}"/>
                  </a:ext>
                </a:extLst>
              </p14:cNvPr>
              <p14:cNvContentPartPr/>
              <p14:nvPr/>
            </p14:nvContentPartPr>
            <p14:xfrm>
              <a:off x="3974433" y="3151844"/>
              <a:ext cx="173520" cy="145440"/>
            </p14:xfrm>
          </p:contentPart>
        </mc:Choice>
        <mc:Fallback xmlns="">
          <p:pic>
            <p:nvPicPr>
              <p:cNvPr id="141" name="インク 140">
                <a:extLst>
                  <a:ext uri="{FF2B5EF4-FFF2-40B4-BE49-F238E27FC236}">
                    <a16:creationId xmlns:a16="http://schemas.microsoft.com/office/drawing/2014/main" id="{ABA9DC1B-74F8-1791-81BB-3B353BCA252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8313" y="3145724"/>
                <a:ext cx="185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3" name="インク 132">
                <a:extLst>
                  <a:ext uri="{FF2B5EF4-FFF2-40B4-BE49-F238E27FC236}">
                    <a16:creationId xmlns:a16="http://schemas.microsoft.com/office/drawing/2014/main" id="{90C8B60C-5957-264E-1739-6B3BB93D3B2E}"/>
                  </a:ext>
                </a:extLst>
              </p14:cNvPr>
              <p14:cNvContentPartPr/>
              <p14:nvPr/>
            </p14:nvContentPartPr>
            <p14:xfrm>
              <a:off x="4532793" y="1215404"/>
              <a:ext cx="1167120" cy="932040"/>
            </p14:xfrm>
          </p:contentPart>
        </mc:Choice>
        <mc:Fallback xmlns="">
          <p:pic>
            <p:nvPicPr>
              <p:cNvPr id="133" name="インク 132">
                <a:extLst>
                  <a:ext uri="{FF2B5EF4-FFF2-40B4-BE49-F238E27FC236}">
                    <a16:creationId xmlns:a16="http://schemas.microsoft.com/office/drawing/2014/main" id="{90C8B60C-5957-264E-1739-6B3BB93D3B2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26673" y="1209284"/>
                <a:ext cx="1179360" cy="9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4" name="インク 133">
                <a:extLst>
                  <a:ext uri="{FF2B5EF4-FFF2-40B4-BE49-F238E27FC236}">
                    <a16:creationId xmlns:a16="http://schemas.microsoft.com/office/drawing/2014/main" id="{9F8C51C5-8035-B8A9-311A-F13FF4E12FB2}"/>
                  </a:ext>
                </a:extLst>
              </p14:cNvPr>
              <p14:cNvContentPartPr/>
              <p14:nvPr/>
            </p14:nvContentPartPr>
            <p14:xfrm>
              <a:off x="4518033" y="1183004"/>
              <a:ext cx="136080" cy="106200"/>
            </p14:xfrm>
          </p:contentPart>
        </mc:Choice>
        <mc:Fallback xmlns="">
          <p:pic>
            <p:nvPicPr>
              <p:cNvPr id="134" name="インク 133">
                <a:extLst>
                  <a:ext uri="{FF2B5EF4-FFF2-40B4-BE49-F238E27FC236}">
                    <a16:creationId xmlns:a16="http://schemas.microsoft.com/office/drawing/2014/main" id="{9F8C51C5-8035-B8A9-311A-F13FF4E12FB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11913" y="1176905"/>
                <a:ext cx="148320" cy="118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08BD5D46-4924-5DB3-BBD1-9AE1B6E05B96}"/>
                  </a:ext>
                </a:extLst>
              </p14:cNvPr>
              <p14:cNvContentPartPr/>
              <p14:nvPr/>
            </p14:nvContentPartPr>
            <p14:xfrm>
              <a:off x="6175473" y="1164644"/>
              <a:ext cx="3790800" cy="110052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08BD5D46-4924-5DB3-BBD1-9AE1B6E05B9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69353" y="1158524"/>
                <a:ext cx="3803040" cy="11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8" name="インク 147">
                <a:extLst>
                  <a:ext uri="{FF2B5EF4-FFF2-40B4-BE49-F238E27FC236}">
                    <a16:creationId xmlns:a16="http://schemas.microsoft.com/office/drawing/2014/main" id="{4BC8713F-AC94-00A7-2183-C72E1FAF9B70}"/>
                  </a:ext>
                </a:extLst>
              </p14:cNvPr>
              <p14:cNvContentPartPr/>
              <p14:nvPr/>
            </p14:nvContentPartPr>
            <p14:xfrm>
              <a:off x="6183753" y="2205044"/>
              <a:ext cx="113760" cy="113040"/>
            </p14:xfrm>
          </p:contentPart>
        </mc:Choice>
        <mc:Fallback xmlns="">
          <p:pic>
            <p:nvPicPr>
              <p:cNvPr id="148" name="インク 147">
                <a:extLst>
                  <a:ext uri="{FF2B5EF4-FFF2-40B4-BE49-F238E27FC236}">
                    <a16:creationId xmlns:a16="http://schemas.microsoft.com/office/drawing/2014/main" id="{4BC8713F-AC94-00A7-2183-C72E1FAF9B7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77652" y="2198924"/>
                <a:ext cx="125961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6F21F27D-BC6B-2970-C034-6EBE14CCD239}"/>
              </a:ext>
            </a:extLst>
          </p:cNvPr>
          <p:cNvGrpSpPr/>
          <p:nvPr/>
        </p:nvGrpSpPr>
        <p:grpSpPr>
          <a:xfrm>
            <a:off x="7530513" y="1392524"/>
            <a:ext cx="2358720" cy="2164680"/>
            <a:chOff x="6979369" y="1392524"/>
            <a:chExt cx="2358720" cy="21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73F33F03-37DB-F8B8-0C77-A1F61EE3606C}"/>
                    </a:ext>
                  </a:extLst>
                </p14:cNvPr>
                <p14:cNvContentPartPr/>
                <p14:nvPr/>
              </p14:nvContentPartPr>
              <p14:xfrm>
                <a:off x="6979369" y="1392524"/>
                <a:ext cx="2358720" cy="21178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73F33F03-37DB-F8B8-0C77-A1F61EE360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73249" y="1386404"/>
                  <a:ext cx="2370960" cy="21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FDF9E771-643D-F625-C813-552539456282}"/>
                    </a:ext>
                  </a:extLst>
                </p14:cNvPr>
                <p14:cNvContentPartPr/>
                <p14:nvPr/>
              </p14:nvContentPartPr>
              <p14:xfrm>
                <a:off x="6990529" y="3332204"/>
                <a:ext cx="142920" cy="22500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FDF9E771-643D-F625-C813-5525394562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84409" y="3326084"/>
                  <a:ext cx="155160" cy="237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CC900CF0-4FAE-272A-219D-0D81F92823A9}"/>
              </a:ext>
            </a:extLst>
          </p:cNvPr>
          <p:cNvSpPr txBox="1"/>
          <p:nvPr/>
        </p:nvSpPr>
        <p:spPr>
          <a:xfrm>
            <a:off x="8732243" y="1482533"/>
            <a:ext cx="17263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 apps to SWA and Web Apps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17CC341A-9170-21F7-7B7D-DE9D2ADD8586}"/>
              </a:ext>
            </a:extLst>
          </p:cNvPr>
          <p:cNvGrpSpPr/>
          <p:nvPr/>
        </p:nvGrpSpPr>
        <p:grpSpPr>
          <a:xfrm>
            <a:off x="6310473" y="1149524"/>
            <a:ext cx="2211480" cy="2314440"/>
            <a:chOff x="5759329" y="1149524"/>
            <a:chExt cx="2211480" cy="23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1C8BE35B-7102-FE4A-8D2D-A991B4FBDAA7}"/>
                    </a:ext>
                  </a:extLst>
                </p14:cNvPr>
                <p14:cNvContentPartPr/>
                <p14:nvPr/>
              </p14:nvContentPartPr>
              <p14:xfrm>
                <a:off x="7858489" y="1149524"/>
                <a:ext cx="112320" cy="83088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1C8BE35B-7102-FE4A-8D2D-A991B4FBDA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52369" y="1143404"/>
                  <a:ext cx="12456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59" name="インク 158">
                  <a:extLst>
                    <a:ext uri="{FF2B5EF4-FFF2-40B4-BE49-F238E27FC236}">
                      <a16:creationId xmlns:a16="http://schemas.microsoft.com/office/drawing/2014/main" id="{1CFC55C2-27A8-A2CF-A3B8-FB706A0E5889}"/>
                    </a:ext>
                  </a:extLst>
                </p14:cNvPr>
                <p14:cNvContentPartPr/>
                <p14:nvPr/>
              </p14:nvContentPartPr>
              <p14:xfrm>
                <a:off x="7801249" y="1867724"/>
                <a:ext cx="168480" cy="111960"/>
              </p14:xfrm>
            </p:contentPart>
          </mc:Choice>
          <mc:Fallback xmlns="">
            <p:pic>
              <p:nvPicPr>
                <p:cNvPr id="159" name="インク 158">
                  <a:extLst>
                    <a:ext uri="{FF2B5EF4-FFF2-40B4-BE49-F238E27FC236}">
                      <a16:creationId xmlns:a16="http://schemas.microsoft.com/office/drawing/2014/main" id="{1CFC55C2-27A8-A2CF-A3B8-FB706A0E588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95129" y="1861604"/>
                  <a:ext cx="180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2" name="インク 161">
                  <a:extLst>
                    <a:ext uri="{FF2B5EF4-FFF2-40B4-BE49-F238E27FC236}">
                      <a16:creationId xmlns:a16="http://schemas.microsoft.com/office/drawing/2014/main" id="{BBBD1E32-9CA6-6C00-D04B-254D891E339F}"/>
                    </a:ext>
                  </a:extLst>
                </p14:cNvPr>
                <p14:cNvContentPartPr/>
                <p14:nvPr/>
              </p14:nvContentPartPr>
              <p14:xfrm>
                <a:off x="5759329" y="2288204"/>
                <a:ext cx="1827360" cy="360"/>
              </p14:xfrm>
            </p:contentPart>
          </mc:Choice>
          <mc:Fallback xmlns="">
            <p:pic>
              <p:nvPicPr>
                <p:cNvPr id="162" name="インク 161">
                  <a:extLst>
                    <a:ext uri="{FF2B5EF4-FFF2-40B4-BE49-F238E27FC236}">
                      <a16:creationId xmlns:a16="http://schemas.microsoft.com/office/drawing/2014/main" id="{BBBD1E32-9CA6-6C00-D04B-254D891E33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3209" y="2282084"/>
                  <a:ext cx="1839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5" name="インク 164">
                  <a:extLst>
                    <a:ext uri="{FF2B5EF4-FFF2-40B4-BE49-F238E27FC236}">
                      <a16:creationId xmlns:a16="http://schemas.microsoft.com/office/drawing/2014/main" id="{B7F70A21-C214-8BBB-655C-E93B9D63B72A}"/>
                    </a:ext>
                  </a:extLst>
                </p14:cNvPr>
                <p14:cNvContentPartPr/>
                <p14:nvPr/>
              </p14:nvContentPartPr>
              <p14:xfrm>
                <a:off x="5762209" y="2277044"/>
                <a:ext cx="190080" cy="90000"/>
              </p14:xfrm>
            </p:contentPart>
          </mc:Choice>
          <mc:Fallback xmlns="">
            <p:pic>
              <p:nvPicPr>
                <p:cNvPr id="165" name="インク 164">
                  <a:extLst>
                    <a:ext uri="{FF2B5EF4-FFF2-40B4-BE49-F238E27FC236}">
                      <a16:creationId xmlns:a16="http://schemas.microsoft.com/office/drawing/2014/main" id="{B7F70A21-C214-8BBB-655C-E93B9D63B7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56089" y="2270924"/>
                  <a:ext cx="202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FABDBD51-03C4-6D8A-688E-FA1E8419CA84}"/>
                    </a:ext>
                  </a:extLst>
                </p14:cNvPr>
                <p14:cNvContentPartPr/>
                <p14:nvPr/>
              </p14:nvContentPartPr>
              <p14:xfrm>
                <a:off x="5978929" y="2329604"/>
                <a:ext cx="1570680" cy="105084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FABDBD51-03C4-6D8A-688E-FA1E8419CA8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72809" y="2323484"/>
                  <a:ext cx="15829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1" name="インク 170">
                  <a:extLst>
                    <a:ext uri="{FF2B5EF4-FFF2-40B4-BE49-F238E27FC236}">
                      <a16:creationId xmlns:a16="http://schemas.microsoft.com/office/drawing/2014/main" id="{BC7C1A8F-443C-E487-FB22-F5991C38E727}"/>
                    </a:ext>
                  </a:extLst>
                </p14:cNvPr>
                <p14:cNvContentPartPr/>
                <p14:nvPr/>
              </p14:nvContentPartPr>
              <p14:xfrm>
                <a:off x="5924929" y="3255524"/>
                <a:ext cx="169920" cy="208440"/>
              </p14:xfrm>
            </p:contentPart>
          </mc:Choice>
          <mc:Fallback xmlns="">
            <p:pic>
              <p:nvPicPr>
                <p:cNvPr id="171" name="インク 170">
                  <a:extLst>
                    <a:ext uri="{FF2B5EF4-FFF2-40B4-BE49-F238E27FC236}">
                      <a16:creationId xmlns:a16="http://schemas.microsoft.com/office/drawing/2014/main" id="{BC7C1A8F-443C-E487-FB22-F5991C38E7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18809" y="3249404"/>
                  <a:ext cx="182160" cy="220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718D9803-2B22-4AA8-CC99-F1002F8CFE74}"/>
              </a:ext>
            </a:extLst>
          </p:cNvPr>
          <p:cNvSpPr txBox="1"/>
          <p:nvPr/>
        </p:nvSpPr>
        <p:spPr>
          <a:xfrm>
            <a:off x="7450958" y="1158894"/>
            <a:ext cx="17263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(Optional) Create workflows</a:t>
            </a:r>
            <a:endParaRPr kumimoji="1" lang="ja-JP" altLang="en-US" sz="110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A47D0667-4C76-9030-EA74-FF66E03CFB75}"/>
              </a:ext>
            </a:extLst>
          </p:cNvPr>
          <p:cNvSpPr txBox="1"/>
          <p:nvPr/>
        </p:nvSpPr>
        <p:spPr>
          <a:xfrm>
            <a:off x="6763009" y="2588353"/>
            <a:ext cx="1726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(Optional) CI/CD</a:t>
            </a:r>
            <a:endParaRPr kumimoji="1" lang="ja-JP" altLang="en-US" sz="110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四角形吹き出し 2">
            <a:extLst>
              <a:ext uri="{FF2B5EF4-FFF2-40B4-BE49-F238E27FC236}">
                <a16:creationId xmlns:a16="http://schemas.microsoft.com/office/drawing/2014/main" id="{87F7B299-A2C8-1141-E5C4-18CFF415A0AA}"/>
              </a:ext>
            </a:extLst>
          </p:cNvPr>
          <p:cNvSpPr/>
          <p:nvPr/>
        </p:nvSpPr>
        <p:spPr>
          <a:xfrm>
            <a:off x="221583" y="2273137"/>
            <a:ext cx="2466302" cy="947107"/>
          </a:xfrm>
          <a:prstGeom prst="wedgeRectCallout">
            <a:avLst>
              <a:gd name="adj1" fmla="val 70531"/>
              <a:gd name="adj2" fmla="val 4629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repository is using Basic SKU which does not have zone-redundancy. If you upgrade it to Premium or isolated SKU, you can have it.</a:t>
            </a:r>
            <a:endParaRPr kumimoji="1" lang="ja-JP" altLang="en-US" sz="12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四角形吹き出し 3">
            <a:extLst>
              <a:ext uri="{FF2B5EF4-FFF2-40B4-BE49-F238E27FC236}">
                <a16:creationId xmlns:a16="http://schemas.microsoft.com/office/drawing/2014/main" id="{B69296DB-C20D-476E-90D5-705FDE8E2046}"/>
              </a:ext>
            </a:extLst>
          </p:cNvPr>
          <p:cNvSpPr/>
          <p:nvPr/>
        </p:nvSpPr>
        <p:spPr>
          <a:xfrm>
            <a:off x="47364" y="4578790"/>
            <a:ext cx="2306255" cy="947107"/>
          </a:xfrm>
          <a:prstGeom prst="wedgeRectCallout">
            <a:avLst>
              <a:gd name="adj1" fmla="val 47168"/>
              <a:gd name="adj2" fmla="val 71420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repository is using Dev/Test SKU which does not have HA If you upgrade it to Production SKU, you can have it.</a:t>
            </a:r>
            <a:endParaRPr kumimoji="1" lang="ja-JP" altLang="en-US" sz="12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06CD805-4D26-F1A5-0653-3556B7826965}"/>
              </a:ext>
            </a:extLst>
          </p:cNvPr>
          <p:cNvGrpSpPr/>
          <p:nvPr/>
        </p:nvGrpSpPr>
        <p:grpSpPr>
          <a:xfrm>
            <a:off x="4395361" y="3839669"/>
            <a:ext cx="1978200" cy="1933920"/>
            <a:chOff x="4395361" y="3839669"/>
            <a:chExt cx="1978200" cy="19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807BBB54-B1F8-1FBF-0458-7E6AA99E0322}"/>
                    </a:ext>
                  </a:extLst>
                </p14:cNvPr>
                <p14:cNvContentPartPr/>
                <p14:nvPr/>
              </p14:nvContentPartPr>
              <p14:xfrm>
                <a:off x="4395361" y="3839669"/>
                <a:ext cx="1978200" cy="1829160"/>
              </p14:xfrm>
            </p:contentPart>
          </mc:Choice>
          <mc:Fallback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807BBB54-B1F8-1FBF-0458-7E6AA99E03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89241" y="3833549"/>
                  <a:ext cx="1990440" cy="18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9C35D601-18E2-578B-9FD4-03A571BC50B2}"/>
                    </a:ext>
                  </a:extLst>
                </p14:cNvPr>
                <p14:cNvContentPartPr/>
                <p14:nvPr/>
              </p14:nvContentPartPr>
              <p14:xfrm>
                <a:off x="6081601" y="5603309"/>
                <a:ext cx="124560" cy="170280"/>
              </p14:xfrm>
            </p:contentPart>
          </mc:Choice>
          <mc:Fallback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9C35D601-18E2-578B-9FD4-03A571BC50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75481" y="5597189"/>
                  <a:ext cx="136800" cy="182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A56D71B-E686-914E-769C-682729EC978E}"/>
              </a:ext>
            </a:extLst>
          </p:cNvPr>
          <p:cNvSpPr txBox="1"/>
          <p:nvPr/>
        </p:nvSpPr>
        <p:spPr>
          <a:xfrm>
            <a:off x="4618610" y="4030708"/>
            <a:ext cx="2209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Retrieve connection strings for </a:t>
            </a:r>
            <a:r>
              <a:rPr lang="en-US" altLang="ja-JP" sz="11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DocumentDB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BE3CABB-6EBB-CF7B-8D8F-C768531AA2D1}"/>
              </a:ext>
            </a:extLst>
          </p:cNvPr>
          <p:cNvGrpSpPr/>
          <p:nvPr/>
        </p:nvGrpSpPr>
        <p:grpSpPr>
          <a:xfrm>
            <a:off x="2868601" y="3708989"/>
            <a:ext cx="1273320" cy="1919880"/>
            <a:chOff x="2868601" y="3708989"/>
            <a:chExt cx="1273320" cy="19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12B2C440-1304-8DA2-F779-3C1584D4D0CD}"/>
                    </a:ext>
                  </a:extLst>
                </p14:cNvPr>
                <p14:cNvContentPartPr/>
                <p14:nvPr/>
              </p14:nvContentPartPr>
              <p14:xfrm>
                <a:off x="2900641" y="3708989"/>
                <a:ext cx="1241280" cy="1919880"/>
              </p14:xfrm>
            </p:contentPart>
          </mc:Choice>
          <mc:Fallback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12B2C440-1304-8DA2-F779-3C1584D4D0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94521" y="3702869"/>
                  <a:ext cx="1253520" cy="19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ED51FFF4-0840-9CB3-1988-EE27FD6D2533}"/>
                    </a:ext>
                  </a:extLst>
                </p14:cNvPr>
                <p14:cNvContentPartPr/>
                <p14:nvPr/>
              </p14:nvContentPartPr>
              <p14:xfrm>
                <a:off x="2868601" y="5506469"/>
                <a:ext cx="125640" cy="107640"/>
              </p14:xfrm>
            </p:contentPart>
          </mc:Choice>
          <mc:Fallback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ED51FFF4-0840-9CB3-1988-EE27FD6D25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62481" y="5500349"/>
                  <a:ext cx="137880" cy="11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7A97CF1-4836-456B-A989-D829F7756E69}"/>
              </a:ext>
            </a:extLst>
          </p:cNvPr>
          <p:cNvSpPr txBox="1"/>
          <p:nvPr/>
        </p:nvSpPr>
        <p:spPr>
          <a:xfrm>
            <a:off x="3486328" y="4432735"/>
            <a:ext cx="660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CRUD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9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1-bc88714345d2}" enabled="1" method="Privileged" siteId="{a65eb34c-2a57-48cb-b63f-cc2561b88dd4}" contentBits="0" removed="0"/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148</Words>
  <Application>Microsoft Macintosh PowerPoint</Application>
  <PresentationFormat>ワイド画面</PresentationFormat>
  <Paragraphs>37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Segoe UI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Hironari Yamada</dc:creator>
  <cp:lastModifiedBy>Hironari Yamada</cp:lastModifiedBy>
  <cp:revision>5</cp:revision>
  <dcterms:created xsi:type="dcterms:W3CDTF">2026-01-13T01:58:58Z</dcterms:created>
  <dcterms:modified xsi:type="dcterms:W3CDTF">2026-02-09T05:54:01Z</dcterms:modified>
</cp:coreProperties>
</file>